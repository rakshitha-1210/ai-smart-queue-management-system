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23E57-3708-FCFE-09B5-E56E8015AB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F73BE39-98DF-0423-27E6-6A148F5FAE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31ED832-91DE-BAFD-EBE0-C3347C334FC7}"/>
              </a:ext>
            </a:extLst>
          </p:cNvPr>
          <p:cNvSpPr>
            <a:spLocks noGrp="1"/>
          </p:cNvSpPr>
          <p:nvPr>
            <p:ph type="dt" sz="half" idx="10"/>
          </p:nvPr>
        </p:nvSpPr>
        <p:spPr/>
        <p:txBody>
          <a:bodyPr/>
          <a:lstStyle/>
          <a:p>
            <a:fld id="{7D7E0EB0-B805-46B3-AC69-AF06A2EE2A58}" type="datetimeFigureOut">
              <a:rPr lang="en-IN" smtClean="0"/>
              <a:t>09-05-2026</a:t>
            </a:fld>
            <a:endParaRPr lang="en-IN"/>
          </a:p>
        </p:txBody>
      </p:sp>
      <p:sp>
        <p:nvSpPr>
          <p:cNvPr id="5" name="Footer Placeholder 4">
            <a:extLst>
              <a:ext uri="{FF2B5EF4-FFF2-40B4-BE49-F238E27FC236}">
                <a16:creationId xmlns:a16="http://schemas.microsoft.com/office/drawing/2014/main" id="{F965B857-2248-5A1C-4D00-D10ABFE467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71B0429-93AC-A10F-5645-BD339FFCCED1}"/>
              </a:ext>
            </a:extLst>
          </p:cNvPr>
          <p:cNvSpPr>
            <a:spLocks noGrp="1"/>
          </p:cNvSpPr>
          <p:nvPr>
            <p:ph type="sldNum" sz="quarter" idx="12"/>
          </p:nvPr>
        </p:nvSpPr>
        <p:spPr/>
        <p:txBody>
          <a:bodyPr/>
          <a:lstStyle/>
          <a:p>
            <a:fld id="{A87E70FC-02D1-4ED2-9804-E2C96B6FA443}" type="slidenum">
              <a:rPr lang="en-IN" smtClean="0"/>
              <a:t>‹#›</a:t>
            </a:fld>
            <a:endParaRPr lang="en-IN"/>
          </a:p>
        </p:txBody>
      </p:sp>
    </p:spTree>
    <p:extLst>
      <p:ext uri="{BB962C8B-B14F-4D97-AF65-F5344CB8AC3E}">
        <p14:creationId xmlns:p14="http://schemas.microsoft.com/office/powerpoint/2010/main" val="30066628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F8CE3-139D-FC98-013D-A4C438BAC8D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866A49E-59BE-F8A2-AEF6-187B1EAAAE6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287851B-7CF8-BDC1-A906-C52DD12B23D6}"/>
              </a:ext>
            </a:extLst>
          </p:cNvPr>
          <p:cNvSpPr>
            <a:spLocks noGrp="1"/>
          </p:cNvSpPr>
          <p:nvPr>
            <p:ph type="dt" sz="half" idx="10"/>
          </p:nvPr>
        </p:nvSpPr>
        <p:spPr/>
        <p:txBody>
          <a:bodyPr/>
          <a:lstStyle/>
          <a:p>
            <a:fld id="{7D7E0EB0-B805-46B3-AC69-AF06A2EE2A58}" type="datetimeFigureOut">
              <a:rPr lang="en-IN" smtClean="0"/>
              <a:t>09-05-2026</a:t>
            </a:fld>
            <a:endParaRPr lang="en-IN"/>
          </a:p>
        </p:txBody>
      </p:sp>
      <p:sp>
        <p:nvSpPr>
          <p:cNvPr id="5" name="Footer Placeholder 4">
            <a:extLst>
              <a:ext uri="{FF2B5EF4-FFF2-40B4-BE49-F238E27FC236}">
                <a16:creationId xmlns:a16="http://schemas.microsoft.com/office/drawing/2014/main" id="{B012442D-6E7A-C53F-0767-8E31FAFB36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E5D1727-F037-BE52-BF9F-D3FEE09D4DB9}"/>
              </a:ext>
            </a:extLst>
          </p:cNvPr>
          <p:cNvSpPr>
            <a:spLocks noGrp="1"/>
          </p:cNvSpPr>
          <p:nvPr>
            <p:ph type="sldNum" sz="quarter" idx="12"/>
          </p:nvPr>
        </p:nvSpPr>
        <p:spPr/>
        <p:txBody>
          <a:bodyPr/>
          <a:lstStyle/>
          <a:p>
            <a:fld id="{A87E70FC-02D1-4ED2-9804-E2C96B6FA443}" type="slidenum">
              <a:rPr lang="en-IN" smtClean="0"/>
              <a:t>‹#›</a:t>
            </a:fld>
            <a:endParaRPr lang="en-IN"/>
          </a:p>
        </p:txBody>
      </p:sp>
    </p:spTree>
    <p:extLst>
      <p:ext uri="{BB962C8B-B14F-4D97-AF65-F5344CB8AC3E}">
        <p14:creationId xmlns:p14="http://schemas.microsoft.com/office/powerpoint/2010/main" val="1428607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EE0EC-80DE-B8D4-295A-A410320BF0E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641600F-55EF-B11A-5948-E978165EF04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B61D995-AA67-42F4-0D54-DDE6B14B5FC9}"/>
              </a:ext>
            </a:extLst>
          </p:cNvPr>
          <p:cNvSpPr>
            <a:spLocks noGrp="1"/>
          </p:cNvSpPr>
          <p:nvPr>
            <p:ph type="dt" sz="half" idx="10"/>
          </p:nvPr>
        </p:nvSpPr>
        <p:spPr/>
        <p:txBody>
          <a:bodyPr/>
          <a:lstStyle/>
          <a:p>
            <a:fld id="{7D7E0EB0-B805-46B3-AC69-AF06A2EE2A58}" type="datetimeFigureOut">
              <a:rPr lang="en-IN" smtClean="0"/>
              <a:t>09-05-2026</a:t>
            </a:fld>
            <a:endParaRPr lang="en-IN"/>
          </a:p>
        </p:txBody>
      </p:sp>
      <p:sp>
        <p:nvSpPr>
          <p:cNvPr id="5" name="Footer Placeholder 4">
            <a:extLst>
              <a:ext uri="{FF2B5EF4-FFF2-40B4-BE49-F238E27FC236}">
                <a16:creationId xmlns:a16="http://schemas.microsoft.com/office/drawing/2014/main" id="{06C49D26-C715-1B57-5F4D-8AE0C6342A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BCCB74-6BF9-378C-5B6D-DB3D645DFFBE}"/>
              </a:ext>
            </a:extLst>
          </p:cNvPr>
          <p:cNvSpPr>
            <a:spLocks noGrp="1"/>
          </p:cNvSpPr>
          <p:nvPr>
            <p:ph type="sldNum" sz="quarter" idx="12"/>
          </p:nvPr>
        </p:nvSpPr>
        <p:spPr/>
        <p:txBody>
          <a:bodyPr/>
          <a:lstStyle/>
          <a:p>
            <a:fld id="{A87E70FC-02D1-4ED2-9804-E2C96B6FA443}" type="slidenum">
              <a:rPr lang="en-IN" smtClean="0"/>
              <a:t>‹#›</a:t>
            </a:fld>
            <a:endParaRPr lang="en-IN"/>
          </a:p>
        </p:txBody>
      </p:sp>
    </p:spTree>
    <p:extLst>
      <p:ext uri="{BB962C8B-B14F-4D97-AF65-F5344CB8AC3E}">
        <p14:creationId xmlns:p14="http://schemas.microsoft.com/office/powerpoint/2010/main" val="37284306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FF69F-CBC5-0D6A-86FF-07710D20377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4488211-CA58-863F-22EA-BA7747AD2B6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DEAA1D3-0234-3065-539C-F21A97844EF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0099601-6D32-2CE1-1084-331BFFCC7936}"/>
              </a:ext>
            </a:extLst>
          </p:cNvPr>
          <p:cNvSpPr>
            <a:spLocks noGrp="1"/>
          </p:cNvSpPr>
          <p:nvPr>
            <p:ph type="dt" sz="half" idx="10"/>
          </p:nvPr>
        </p:nvSpPr>
        <p:spPr/>
        <p:txBody>
          <a:bodyPr/>
          <a:lstStyle/>
          <a:p>
            <a:fld id="{7D7E0EB0-B805-46B3-AC69-AF06A2EE2A58}" type="datetimeFigureOut">
              <a:rPr lang="en-IN" smtClean="0"/>
              <a:t>09-05-2026</a:t>
            </a:fld>
            <a:endParaRPr lang="en-IN"/>
          </a:p>
        </p:txBody>
      </p:sp>
      <p:sp>
        <p:nvSpPr>
          <p:cNvPr id="6" name="Footer Placeholder 5">
            <a:extLst>
              <a:ext uri="{FF2B5EF4-FFF2-40B4-BE49-F238E27FC236}">
                <a16:creationId xmlns:a16="http://schemas.microsoft.com/office/drawing/2014/main" id="{CB0C972D-92F6-8014-B1D0-E731B252A80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39063E8-2908-EB31-117B-1F9B1E6A63B8}"/>
              </a:ext>
            </a:extLst>
          </p:cNvPr>
          <p:cNvSpPr>
            <a:spLocks noGrp="1"/>
          </p:cNvSpPr>
          <p:nvPr>
            <p:ph type="sldNum" sz="quarter" idx="12"/>
          </p:nvPr>
        </p:nvSpPr>
        <p:spPr/>
        <p:txBody>
          <a:bodyPr/>
          <a:lstStyle/>
          <a:p>
            <a:fld id="{A87E70FC-02D1-4ED2-9804-E2C96B6FA443}" type="slidenum">
              <a:rPr lang="en-IN" smtClean="0"/>
              <a:t>‹#›</a:t>
            </a:fld>
            <a:endParaRPr lang="en-IN"/>
          </a:p>
        </p:txBody>
      </p:sp>
    </p:spTree>
    <p:extLst>
      <p:ext uri="{BB962C8B-B14F-4D97-AF65-F5344CB8AC3E}">
        <p14:creationId xmlns:p14="http://schemas.microsoft.com/office/powerpoint/2010/main" val="6805802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B24B5-5D6C-1766-D80C-BB10231D564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8F93E36-0D57-BACC-5D44-04FD9FA7352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1A9453C-C80D-B8F3-CB40-DF46946886C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B80BD2A-BB99-1078-BBAB-352A13965E0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7EC69A-279F-1ECA-F649-FFAE35AF0DC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C1E1FED-23B5-4BF7-FAEF-FCA3FA62F1DB}"/>
              </a:ext>
            </a:extLst>
          </p:cNvPr>
          <p:cNvSpPr>
            <a:spLocks noGrp="1"/>
          </p:cNvSpPr>
          <p:nvPr>
            <p:ph type="dt" sz="half" idx="10"/>
          </p:nvPr>
        </p:nvSpPr>
        <p:spPr/>
        <p:txBody>
          <a:bodyPr/>
          <a:lstStyle/>
          <a:p>
            <a:fld id="{7D7E0EB0-B805-46B3-AC69-AF06A2EE2A58}" type="datetimeFigureOut">
              <a:rPr lang="en-IN" smtClean="0"/>
              <a:t>09-05-2026</a:t>
            </a:fld>
            <a:endParaRPr lang="en-IN"/>
          </a:p>
        </p:txBody>
      </p:sp>
      <p:sp>
        <p:nvSpPr>
          <p:cNvPr id="8" name="Footer Placeholder 7">
            <a:extLst>
              <a:ext uri="{FF2B5EF4-FFF2-40B4-BE49-F238E27FC236}">
                <a16:creationId xmlns:a16="http://schemas.microsoft.com/office/drawing/2014/main" id="{D75B9CC5-5ABC-6B5F-56F1-914A8462310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3F15EB3-F8FD-EAA7-75BC-167132C26861}"/>
              </a:ext>
            </a:extLst>
          </p:cNvPr>
          <p:cNvSpPr>
            <a:spLocks noGrp="1"/>
          </p:cNvSpPr>
          <p:nvPr>
            <p:ph type="sldNum" sz="quarter" idx="12"/>
          </p:nvPr>
        </p:nvSpPr>
        <p:spPr/>
        <p:txBody>
          <a:bodyPr/>
          <a:lstStyle/>
          <a:p>
            <a:fld id="{A87E70FC-02D1-4ED2-9804-E2C96B6FA443}" type="slidenum">
              <a:rPr lang="en-IN" smtClean="0"/>
              <a:t>‹#›</a:t>
            </a:fld>
            <a:endParaRPr lang="en-IN"/>
          </a:p>
        </p:txBody>
      </p:sp>
    </p:spTree>
    <p:extLst>
      <p:ext uri="{BB962C8B-B14F-4D97-AF65-F5344CB8AC3E}">
        <p14:creationId xmlns:p14="http://schemas.microsoft.com/office/powerpoint/2010/main" val="32839822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9D66B-D061-22A9-1A14-B55B27101CB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BCE42CD-3439-0A50-10F5-4636F81DDB45}"/>
              </a:ext>
            </a:extLst>
          </p:cNvPr>
          <p:cNvSpPr>
            <a:spLocks noGrp="1"/>
          </p:cNvSpPr>
          <p:nvPr>
            <p:ph type="dt" sz="half" idx="10"/>
          </p:nvPr>
        </p:nvSpPr>
        <p:spPr/>
        <p:txBody>
          <a:bodyPr/>
          <a:lstStyle/>
          <a:p>
            <a:fld id="{7D7E0EB0-B805-46B3-AC69-AF06A2EE2A58}" type="datetimeFigureOut">
              <a:rPr lang="en-IN" smtClean="0"/>
              <a:t>09-05-2026</a:t>
            </a:fld>
            <a:endParaRPr lang="en-IN"/>
          </a:p>
        </p:txBody>
      </p:sp>
      <p:sp>
        <p:nvSpPr>
          <p:cNvPr id="4" name="Footer Placeholder 3">
            <a:extLst>
              <a:ext uri="{FF2B5EF4-FFF2-40B4-BE49-F238E27FC236}">
                <a16:creationId xmlns:a16="http://schemas.microsoft.com/office/drawing/2014/main" id="{3C13A284-340B-930C-BFE9-C52C4BEEBA7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49F4CBF-09CE-0B3D-E41A-DFE1F88C0379}"/>
              </a:ext>
            </a:extLst>
          </p:cNvPr>
          <p:cNvSpPr>
            <a:spLocks noGrp="1"/>
          </p:cNvSpPr>
          <p:nvPr>
            <p:ph type="sldNum" sz="quarter" idx="12"/>
          </p:nvPr>
        </p:nvSpPr>
        <p:spPr/>
        <p:txBody>
          <a:bodyPr/>
          <a:lstStyle/>
          <a:p>
            <a:fld id="{A87E70FC-02D1-4ED2-9804-E2C96B6FA443}" type="slidenum">
              <a:rPr lang="en-IN" smtClean="0"/>
              <a:t>‹#›</a:t>
            </a:fld>
            <a:endParaRPr lang="en-IN"/>
          </a:p>
        </p:txBody>
      </p:sp>
    </p:spTree>
    <p:extLst>
      <p:ext uri="{BB962C8B-B14F-4D97-AF65-F5344CB8AC3E}">
        <p14:creationId xmlns:p14="http://schemas.microsoft.com/office/powerpoint/2010/main" val="23252778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71FBD9A-E826-66B4-224E-ABC64101D9E4}"/>
              </a:ext>
            </a:extLst>
          </p:cNvPr>
          <p:cNvSpPr>
            <a:spLocks noGrp="1"/>
          </p:cNvSpPr>
          <p:nvPr>
            <p:ph type="dt" sz="half" idx="10"/>
          </p:nvPr>
        </p:nvSpPr>
        <p:spPr/>
        <p:txBody>
          <a:bodyPr/>
          <a:lstStyle/>
          <a:p>
            <a:fld id="{7D7E0EB0-B805-46B3-AC69-AF06A2EE2A58}" type="datetimeFigureOut">
              <a:rPr lang="en-IN" smtClean="0"/>
              <a:t>09-05-2026</a:t>
            </a:fld>
            <a:endParaRPr lang="en-IN"/>
          </a:p>
        </p:txBody>
      </p:sp>
      <p:sp>
        <p:nvSpPr>
          <p:cNvPr id="3" name="Footer Placeholder 2">
            <a:extLst>
              <a:ext uri="{FF2B5EF4-FFF2-40B4-BE49-F238E27FC236}">
                <a16:creationId xmlns:a16="http://schemas.microsoft.com/office/drawing/2014/main" id="{1C4AE1DB-0877-AB61-2792-8D827A2A8EC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157FDED-95BD-4DBC-7AC5-5291B5C75FD9}"/>
              </a:ext>
            </a:extLst>
          </p:cNvPr>
          <p:cNvSpPr>
            <a:spLocks noGrp="1"/>
          </p:cNvSpPr>
          <p:nvPr>
            <p:ph type="sldNum" sz="quarter" idx="12"/>
          </p:nvPr>
        </p:nvSpPr>
        <p:spPr/>
        <p:txBody>
          <a:bodyPr/>
          <a:lstStyle/>
          <a:p>
            <a:fld id="{A87E70FC-02D1-4ED2-9804-E2C96B6FA443}" type="slidenum">
              <a:rPr lang="en-IN" smtClean="0"/>
              <a:t>‹#›</a:t>
            </a:fld>
            <a:endParaRPr lang="en-IN"/>
          </a:p>
        </p:txBody>
      </p:sp>
    </p:spTree>
    <p:extLst>
      <p:ext uri="{BB962C8B-B14F-4D97-AF65-F5344CB8AC3E}">
        <p14:creationId xmlns:p14="http://schemas.microsoft.com/office/powerpoint/2010/main" val="18031926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C0A6E-C4D0-4903-D4C9-EC9A7E07E5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4C3F5DA-8091-AA31-D8A2-BC3952B3A6A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2643CA3-8E05-9102-DECB-1474763071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ECB01B-FAE5-AD68-3D7E-B00257B135ED}"/>
              </a:ext>
            </a:extLst>
          </p:cNvPr>
          <p:cNvSpPr>
            <a:spLocks noGrp="1"/>
          </p:cNvSpPr>
          <p:nvPr>
            <p:ph type="dt" sz="half" idx="10"/>
          </p:nvPr>
        </p:nvSpPr>
        <p:spPr/>
        <p:txBody>
          <a:bodyPr/>
          <a:lstStyle/>
          <a:p>
            <a:fld id="{7D7E0EB0-B805-46B3-AC69-AF06A2EE2A58}" type="datetimeFigureOut">
              <a:rPr lang="en-IN" smtClean="0"/>
              <a:t>09-05-2026</a:t>
            </a:fld>
            <a:endParaRPr lang="en-IN"/>
          </a:p>
        </p:txBody>
      </p:sp>
      <p:sp>
        <p:nvSpPr>
          <p:cNvPr id="6" name="Footer Placeholder 5">
            <a:extLst>
              <a:ext uri="{FF2B5EF4-FFF2-40B4-BE49-F238E27FC236}">
                <a16:creationId xmlns:a16="http://schemas.microsoft.com/office/drawing/2014/main" id="{71D65BA0-512B-F03E-4EAA-134C4379F31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224494C-8CF1-CB9D-94AC-BDEF10301F65}"/>
              </a:ext>
            </a:extLst>
          </p:cNvPr>
          <p:cNvSpPr>
            <a:spLocks noGrp="1"/>
          </p:cNvSpPr>
          <p:nvPr>
            <p:ph type="sldNum" sz="quarter" idx="12"/>
          </p:nvPr>
        </p:nvSpPr>
        <p:spPr/>
        <p:txBody>
          <a:bodyPr/>
          <a:lstStyle/>
          <a:p>
            <a:fld id="{A87E70FC-02D1-4ED2-9804-E2C96B6FA443}" type="slidenum">
              <a:rPr lang="en-IN" smtClean="0"/>
              <a:t>‹#›</a:t>
            </a:fld>
            <a:endParaRPr lang="en-IN"/>
          </a:p>
        </p:txBody>
      </p:sp>
    </p:spTree>
    <p:extLst>
      <p:ext uri="{BB962C8B-B14F-4D97-AF65-F5344CB8AC3E}">
        <p14:creationId xmlns:p14="http://schemas.microsoft.com/office/powerpoint/2010/main" val="38940283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1A4DB-A658-517D-DB17-19DFF1F789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20BD372-6517-81F2-8193-E2AC9081A3E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EFF4E85-D938-43ED-9BE6-B2E6A88BC7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084A50-8207-C51B-7F27-967DFA09691D}"/>
              </a:ext>
            </a:extLst>
          </p:cNvPr>
          <p:cNvSpPr>
            <a:spLocks noGrp="1"/>
          </p:cNvSpPr>
          <p:nvPr>
            <p:ph type="dt" sz="half" idx="10"/>
          </p:nvPr>
        </p:nvSpPr>
        <p:spPr/>
        <p:txBody>
          <a:bodyPr/>
          <a:lstStyle/>
          <a:p>
            <a:fld id="{7D7E0EB0-B805-46B3-AC69-AF06A2EE2A58}" type="datetimeFigureOut">
              <a:rPr lang="en-IN" smtClean="0"/>
              <a:t>09-05-2026</a:t>
            </a:fld>
            <a:endParaRPr lang="en-IN"/>
          </a:p>
        </p:txBody>
      </p:sp>
      <p:sp>
        <p:nvSpPr>
          <p:cNvPr id="6" name="Footer Placeholder 5">
            <a:extLst>
              <a:ext uri="{FF2B5EF4-FFF2-40B4-BE49-F238E27FC236}">
                <a16:creationId xmlns:a16="http://schemas.microsoft.com/office/drawing/2014/main" id="{58AC58FC-6C7D-FF91-A694-077D6A4FC64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B06B980-9567-7A1C-9BA1-CCF319BAB60B}"/>
              </a:ext>
            </a:extLst>
          </p:cNvPr>
          <p:cNvSpPr>
            <a:spLocks noGrp="1"/>
          </p:cNvSpPr>
          <p:nvPr>
            <p:ph type="sldNum" sz="quarter" idx="12"/>
          </p:nvPr>
        </p:nvSpPr>
        <p:spPr/>
        <p:txBody>
          <a:bodyPr/>
          <a:lstStyle/>
          <a:p>
            <a:fld id="{A87E70FC-02D1-4ED2-9804-E2C96B6FA443}" type="slidenum">
              <a:rPr lang="en-IN" smtClean="0"/>
              <a:t>‹#›</a:t>
            </a:fld>
            <a:endParaRPr lang="en-IN"/>
          </a:p>
        </p:txBody>
      </p:sp>
    </p:spTree>
    <p:extLst>
      <p:ext uri="{BB962C8B-B14F-4D97-AF65-F5344CB8AC3E}">
        <p14:creationId xmlns:p14="http://schemas.microsoft.com/office/powerpoint/2010/main" val="397041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F52EA-13B0-CA2C-CEA9-04EC81AA212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BD87ED4-ABC2-24A4-DFB8-3BD1AEFDF95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DB9844-090C-FD46-4030-71FB5F5C699C}"/>
              </a:ext>
            </a:extLst>
          </p:cNvPr>
          <p:cNvSpPr>
            <a:spLocks noGrp="1"/>
          </p:cNvSpPr>
          <p:nvPr>
            <p:ph type="dt" sz="half" idx="10"/>
          </p:nvPr>
        </p:nvSpPr>
        <p:spPr/>
        <p:txBody>
          <a:bodyPr/>
          <a:lstStyle/>
          <a:p>
            <a:fld id="{7D7E0EB0-B805-46B3-AC69-AF06A2EE2A58}" type="datetimeFigureOut">
              <a:rPr lang="en-IN" smtClean="0"/>
              <a:t>09-05-2026</a:t>
            </a:fld>
            <a:endParaRPr lang="en-IN"/>
          </a:p>
        </p:txBody>
      </p:sp>
      <p:sp>
        <p:nvSpPr>
          <p:cNvPr id="5" name="Footer Placeholder 4">
            <a:extLst>
              <a:ext uri="{FF2B5EF4-FFF2-40B4-BE49-F238E27FC236}">
                <a16:creationId xmlns:a16="http://schemas.microsoft.com/office/drawing/2014/main" id="{244DB779-5B0F-4693-B4B9-5D38A18E4C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37C464E-AA47-A146-A1E0-B02E36E8D670}"/>
              </a:ext>
            </a:extLst>
          </p:cNvPr>
          <p:cNvSpPr>
            <a:spLocks noGrp="1"/>
          </p:cNvSpPr>
          <p:nvPr>
            <p:ph type="sldNum" sz="quarter" idx="12"/>
          </p:nvPr>
        </p:nvSpPr>
        <p:spPr/>
        <p:txBody>
          <a:bodyPr/>
          <a:lstStyle/>
          <a:p>
            <a:fld id="{A87E70FC-02D1-4ED2-9804-E2C96B6FA443}" type="slidenum">
              <a:rPr lang="en-IN" smtClean="0"/>
              <a:t>‹#›</a:t>
            </a:fld>
            <a:endParaRPr lang="en-IN"/>
          </a:p>
        </p:txBody>
      </p:sp>
    </p:spTree>
    <p:extLst>
      <p:ext uri="{BB962C8B-B14F-4D97-AF65-F5344CB8AC3E}">
        <p14:creationId xmlns:p14="http://schemas.microsoft.com/office/powerpoint/2010/main" val="35311054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8FAB38A-62F3-287C-0539-568E6F750C5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5048839-D32C-0DEC-793C-424995CAD5D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3725B99-A435-C2D6-2A1F-03BEC57BD239}"/>
              </a:ext>
            </a:extLst>
          </p:cNvPr>
          <p:cNvSpPr>
            <a:spLocks noGrp="1"/>
          </p:cNvSpPr>
          <p:nvPr>
            <p:ph type="dt" sz="half" idx="10"/>
          </p:nvPr>
        </p:nvSpPr>
        <p:spPr/>
        <p:txBody>
          <a:bodyPr/>
          <a:lstStyle/>
          <a:p>
            <a:fld id="{7D7E0EB0-B805-46B3-AC69-AF06A2EE2A58}" type="datetimeFigureOut">
              <a:rPr lang="en-IN" smtClean="0"/>
              <a:t>09-05-2026</a:t>
            </a:fld>
            <a:endParaRPr lang="en-IN"/>
          </a:p>
        </p:txBody>
      </p:sp>
      <p:sp>
        <p:nvSpPr>
          <p:cNvPr id="5" name="Footer Placeholder 4">
            <a:extLst>
              <a:ext uri="{FF2B5EF4-FFF2-40B4-BE49-F238E27FC236}">
                <a16:creationId xmlns:a16="http://schemas.microsoft.com/office/drawing/2014/main" id="{70221D78-12EE-4D1C-F48F-436E09F8252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CCC2753-6123-4475-0A37-A6BAF75380C2}"/>
              </a:ext>
            </a:extLst>
          </p:cNvPr>
          <p:cNvSpPr>
            <a:spLocks noGrp="1"/>
          </p:cNvSpPr>
          <p:nvPr>
            <p:ph type="sldNum" sz="quarter" idx="12"/>
          </p:nvPr>
        </p:nvSpPr>
        <p:spPr/>
        <p:txBody>
          <a:bodyPr/>
          <a:lstStyle/>
          <a:p>
            <a:fld id="{A87E70FC-02D1-4ED2-9804-E2C96B6FA443}" type="slidenum">
              <a:rPr lang="en-IN" smtClean="0"/>
              <a:t>‹#›</a:t>
            </a:fld>
            <a:endParaRPr lang="en-IN"/>
          </a:p>
        </p:txBody>
      </p:sp>
    </p:spTree>
    <p:extLst>
      <p:ext uri="{BB962C8B-B14F-4D97-AF65-F5344CB8AC3E}">
        <p14:creationId xmlns:p14="http://schemas.microsoft.com/office/powerpoint/2010/main" val="4273457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56D29AA-ED3D-062D-FB69-CD57AC9E37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FF07B2F-042E-6EE0-E77B-9DFD5A5243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960D122-6E29-DEEE-E548-38ED40D3488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D7E0EB0-B805-46B3-AC69-AF06A2EE2A58}" type="datetimeFigureOut">
              <a:rPr lang="en-IN" smtClean="0"/>
              <a:t>09-05-2026</a:t>
            </a:fld>
            <a:endParaRPr lang="en-IN"/>
          </a:p>
        </p:txBody>
      </p:sp>
      <p:sp>
        <p:nvSpPr>
          <p:cNvPr id="5" name="Footer Placeholder 4">
            <a:extLst>
              <a:ext uri="{FF2B5EF4-FFF2-40B4-BE49-F238E27FC236}">
                <a16:creationId xmlns:a16="http://schemas.microsoft.com/office/drawing/2014/main" id="{625EBDE2-8B55-2FB5-B08C-AB9EB0CE6BF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FEE3C4F8-C81E-ACEF-520A-88D5565503A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87E70FC-02D1-4ED2-9804-E2C96B6FA443}" type="slidenum">
              <a:rPr lang="en-IN" smtClean="0"/>
              <a:t>‹#›</a:t>
            </a:fld>
            <a:endParaRPr lang="en-IN"/>
          </a:p>
        </p:txBody>
      </p:sp>
    </p:spTree>
    <p:extLst>
      <p:ext uri="{BB962C8B-B14F-4D97-AF65-F5344CB8AC3E}">
        <p14:creationId xmlns:p14="http://schemas.microsoft.com/office/powerpoint/2010/main" val="27227318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freesvg.org/thank-you-decoration" TargetMode="External"/><Relationship Id="rId2" Type="http://schemas.openxmlformats.org/officeDocument/2006/relationships/image" Target="../media/image3.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0D792-EFB1-4583-5188-AB98EA67844A}"/>
              </a:ext>
            </a:extLst>
          </p:cNvPr>
          <p:cNvSpPr>
            <a:spLocks noGrp="1"/>
          </p:cNvSpPr>
          <p:nvPr>
            <p:ph type="ctrTitle"/>
          </p:nvPr>
        </p:nvSpPr>
        <p:spPr>
          <a:xfrm>
            <a:off x="-109728" y="1122363"/>
            <a:ext cx="12902184" cy="2387600"/>
          </a:xfrm>
        </p:spPr>
        <p:txBody>
          <a:bodyPr/>
          <a:lstStyle/>
          <a:p>
            <a:r>
              <a:rPr lang="en-IN" dirty="0">
                <a:latin typeface="Times New Roman" panose="02020603050405020304" pitchFamily="18" charset="0"/>
                <a:cs typeface="Times New Roman" panose="02020603050405020304" pitchFamily="18" charset="0"/>
              </a:rPr>
              <a:t>AI Smart Queue Management</a:t>
            </a:r>
          </a:p>
        </p:txBody>
      </p:sp>
      <p:sp>
        <p:nvSpPr>
          <p:cNvPr id="3" name="Subtitle 2">
            <a:extLst>
              <a:ext uri="{FF2B5EF4-FFF2-40B4-BE49-F238E27FC236}">
                <a16:creationId xmlns:a16="http://schemas.microsoft.com/office/drawing/2014/main" id="{ECE7324B-8CE8-92AC-76ED-6B1F0CED9A22}"/>
              </a:ext>
            </a:extLst>
          </p:cNvPr>
          <p:cNvSpPr>
            <a:spLocks noGrp="1"/>
          </p:cNvSpPr>
          <p:nvPr>
            <p:ph type="subTitle" idx="1"/>
          </p:nvPr>
        </p:nvSpPr>
        <p:spPr>
          <a:xfrm>
            <a:off x="8366760" y="4269550"/>
            <a:ext cx="2438400" cy="796226"/>
          </a:xfrm>
        </p:spPr>
        <p:txBody>
          <a:bodyPr>
            <a:normAutofit fontScale="92500" lnSpcReduction="10000"/>
          </a:bodyPr>
          <a:lstStyle/>
          <a:p>
            <a:r>
              <a:rPr lang="en-IN" b="1" dirty="0">
                <a:latin typeface="Times New Roman" panose="02020603050405020304" pitchFamily="18" charset="0"/>
                <a:cs typeface="Times New Roman" panose="02020603050405020304" pitchFamily="18" charset="0"/>
              </a:rPr>
              <a:t>Presenting By:</a:t>
            </a:r>
          </a:p>
          <a:p>
            <a:r>
              <a:rPr lang="en-IN" dirty="0" err="1">
                <a:latin typeface="Times New Roman" panose="02020603050405020304" pitchFamily="18" charset="0"/>
                <a:cs typeface="Times New Roman" panose="02020603050405020304" pitchFamily="18" charset="0"/>
              </a:rPr>
              <a:t>V.Rakshitha</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88648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4C6CF-ABB4-B615-DDE3-F719CA0EAD2D}"/>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4882275D-5B07-C23F-65F6-E6A31850336C}"/>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Long queues and overcrowding in public places like hospitals, banks, and railway stations.</a:t>
            </a:r>
          </a:p>
          <a:p>
            <a:pPr marL="0" indent="0">
              <a:buNone/>
            </a:pP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No real-time system to track queue length or estimate waiting time.</a:t>
            </a:r>
          </a:p>
          <a:p>
            <a:pPr marL="0" indent="0">
              <a:buNone/>
            </a:pP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Leads to confusion, time wastage, and poor crowd management. </a:t>
            </a:r>
          </a:p>
          <a:p>
            <a:endParaRPr lang="en-IN" dirty="0"/>
          </a:p>
        </p:txBody>
      </p:sp>
    </p:spTree>
    <p:extLst>
      <p:ext uri="{BB962C8B-B14F-4D97-AF65-F5344CB8AC3E}">
        <p14:creationId xmlns:p14="http://schemas.microsoft.com/office/powerpoint/2010/main" val="2707982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EE945-45BB-958D-D249-0E340BC7F685}"/>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OBJECTIVE</a:t>
            </a:r>
          </a:p>
        </p:txBody>
      </p:sp>
      <p:sp>
        <p:nvSpPr>
          <p:cNvPr id="3" name="Content Placeholder 2">
            <a:extLst>
              <a:ext uri="{FF2B5EF4-FFF2-40B4-BE49-F238E27FC236}">
                <a16:creationId xmlns:a16="http://schemas.microsoft.com/office/drawing/2014/main" id="{7E1DADF3-8403-FCB8-FD08-80D52D99C1B7}"/>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To detect and count people in queues using AI and Computer Vision.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To estimate waiting time and monitor crowd status in real time.</a:t>
            </a:r>
          </a:p>
          <a:p>
            <a:pPr marL="0" indent="0">
              <a:buNone/>
            </a:pP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To improve queue management and reduce waiting time in public places.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06665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E6617-C859-902E-009B-04DC999471DA}"/>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TECHNOLOGY USED</a:t>
            </a:r>
          </a:p>
        </p:txBody>
      </p:sp>
      <p:sp>
        <p:nvSpPr>
          <p:cNvPr id="3" name="Content Placeholder 2">
            <a:extLst>
              <a:ext uri="{FF2B5EF4-FFF2-40B4-BE49-F238E27FC236}">
                <a16:creationId xmlns:a16="http://schemas.microsoft.com/office/drawing/2014/main" id="{35DA0D2B-23D9-837A-FF4D-E50D11726C35}"/>
              </a:ext>
            </a:extLst>
          </p:cNvPr>
          <p:cNvSpPr>
            <a:spLocks noGrp="1"/>
          </p:cNvSpPr>
          <p:nvPr>
            <p:ph idx="1"/>
          </p:nvPr>
        </p:nvSpPr>
        <p:spPr/>
        <p:txBody>
          <a:bodyPr>
            <a:normAutofit lnSpcReduction="10000"/>
          </a:bodyPr>
          <a:lstStyle/>
          <a:p>
            <a:r>
              <a:rPr lang="en-IN" dirty="0">
                <a:latin typeface="Times New Roman" panose="02020603050405020304" pitchFamily="18" charset="0"/>
                <a:cs typeface="Times New Roman" panose="02020603050405020304" pitchFamily="18" charset="0"/>
              </a:rPr>
              <a:t>Python (Programming Language)</a:t>
            </a:r>
          </a:p>
          <a:p>
            <a:pPr marL="0" indent="0">
              <a:buNone/>
            </a:pPr>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OpenCV (Computer Vision)</a:t>
            </a:r>
          </a:p>
          <a:p>
            <a:pPr marL="0" indent="0">
              <a:buNone/>
            </a:pPr>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HOG + SVM (People Detection)</a:t>
            </a:r>
          </a:p>
          <a:p>
            <a:pPr marL="0" indent="0">
              <a:buNone/>
            </a:pPr>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pyttsx3 (Voice Output)</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NumPy (Data Processing)</a:t>
            </a:r>
          </a:p>
        </p:txBody>
      </p:sp>
    </p:spTree>
    <p:extLst>
      <p:ext uri="{BB962C8B-B14F-4D97-AF65-F5344CB8AC3E}">
        <p14:creationId xmlns:p14="http://schemas.microsoft.com/office/powerpoint/2010/main" val="22933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BADD3-20C6-6F16-2371-25FE98A5DCF9}"/>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SYSTEM WORKING</a:t>
            </a:r>
          </a:p>
        </p:txBody>
      </p:sp>
      <p:sp>
        <p:nvSpPr>
          <p:cNvPr id="3" name="Content Placeholder 2">
            <a:extLst>
              <a:ext uri="{FF2B5EF4-FFF2-40B4-BE49-F238E27FC236}">
                <a16:creationId xmlns:a16="http://schemas.microsoft.com/office/drawing/2014/main" id="{546C6941-92B7-0EC6-4D68-53572AAA6B52}"/>
              </a:ext>
            </a:extLst>
          </p:cNvPr>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The system captures live video from a webcam or CCTV camera placed in the queue area. Each video frame is processed using OpenCV and a HOG-based AI model to detect and count people in real time. </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Based on the number of people detected, the system calculates waiting time and determines queue status such as Normal, Busy, or Overcrowded.</a:t>
            </a:r>
          </a:p>
          <a:p>
            <a:pPr marL="0" indent="0">
              <a:buNone/>
            </a:pPr>
            <a:r>
              <a:rPr lang="en-US" sz="24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The system provides smart recommendations like moving to the next counter when the queue is long. Voice output is generated to announce queue status, waiting time, and instructions to users.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2240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5EDD0-DEED-EE25-DD46-30E4699D85D5}"/>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SYSTEM ARCHITECTURE</a:t>
            </a:r>
          </a:p>
        </p:txBody>
      </p:sp>
      <p:pic>
        <p:nvPicPr>
          <p:cNvPr id="5" name="Content Placeholder 4">
            <a:extLst>
              <a:ext uri="{FF2B5EF4-FFF2-40B4-BE49-F238E27FC236}">
                <a16:creationId xmlns:a16="http://schemas.microsoft.com/office/drawing/2014/main" id="{E7058E14-6FA1-4480-DD41-95B07446A270}"/>
              </a:ext>
            </a:extLst>
          </p:cNvPr>
          <p:cNvPicPr>
            <a:picLocks noGrp="1" noChangeAspect="1"/>
          </p:cNvPicPr>
          <p:nvPr>
            <p:ph idx="1"/>
          </p:nvPr>
        </p:nvPicPr>
        <p:blipFill>
          <a:blip r:embed="rId2"/>
          <a:stretch>
            <a:fillRect/>
          </a:stretch>
        </p:blipFill>
        <p:spPr>
          <a:xfrm>
            <a:off x="588264" y="1690688"/>
            <a:ext cx="10866120" cy="4671616"/>
          </a:xfrm>
          <a:prstGeom prst="rect">
            <a:avLst/>
          </a:prstGeom>
        </p:spPr>
      </p:pic>
    </p:spTree>
    <p:extLst>
      <p:ext uri="{BB962C8B-B14F-4D97-AF65-F5344CB8AC3E}">
        <p14:creationId xmlns:p14="http://schemas.microsoft.com/office/powerpoint/2010/main" val="20542486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2450A-7919-9A14-AE82-D4C3B32BEE89}"/>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OUTPUT</a:t>
            </a:r>
          </a:p>
        </p:txBody>
      </p:sp>
      <p:pic>
        <p:nvPicPr>
          <p:cNvPr id="5" name="Content Placeholder 4">
            <a:extLst>
              <a:ext uri="{FF2B5EF4-FFF2-40B4-BE49-F238E27FC236}">
                <a16:creationId xmlns:a16="http://schemas.microsoft.com/office/drawing/2014/main" id="{5933F148-B9E8-1A71-7710-D030652AC45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45336" y="1690689"/>
            <a:ext cx="8385048" cy="4929568"/>
          </a:xfrm>
          <a:prstGeom prst="rect">
            <a:avLst/>
          </a:prstGeom>
        </p:spPr>
      </p:pic>
    </p:spTree>
    <p:extLst>
      <p:ext uri="{BB962C8B-B14F-4D97-AF65-F5344CB8AC3E}">
        <p14:creationId xmlns:p14="http://schemas.microsoft.com/office/powerpoint/2010/main" val="26198773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22B5F-DE85-330F-8FCA-5EB0341198D6}"/>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31061A4D-CAF8-B2EB-1E90-FDDCC9D4D811}"/>
              </a:ext>
            </a:extLst>
          </p:cNvPr>
          <p:cNvSpPr>
            <a:spLocks noGrp="1"/>
          </p:cNvSpPr>
          <p:nvPr>
            <p:ph idx="1"/>
          </p:nvPr>
        </p:nvSpPr>
        <p:spPr/>
        <p:txBody>
          <a:bodyPr>
            <a:normAutofit/>
          </a:bodyPr>
          <a:lstStyle/>
          <a:p>
            <a:r>
              <a:rPr lang="en-IN" sz="2400" dirty="0">
                <a:latin typeface="Times New Roman" panose="02020603050405020304" pitchFamily="18" charset="0"/>
                <a:cs typeface="Times New Roman" panose="02020603050405020304" pitchFamily="18" charset="0"/>
              </a:rPr>
              <a:t>The AI-Powered Smart Queue &amp; Crowd Intelligence System successfully demonstrates an efficient way of managing queues using Artificial Intelligence and Computer Vision. The system is capable of detecting and counting people in real time, estimating waiting time, and providing queue status updates such as Normal, Busy, or Overcrowded.</a:t>
            </a:r>
          </a:p>
          <a:p>
            <a:pPr marL="0" indent="0">
              <a:buNone/>
            </a:pP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It also improves user experience by giving smart recommendations and voice-based announcements, which help reduce confusion and waiting discomfort. This project shows how AI can be effectively applied in real-world environments to improve crowd management, reduce waiting time, and enhance overall service efficiency in public places.</a:t>
            </a:r>
          </a:p>
          <a:p>
            <a:endParaRPr lang="en-IN" dirty="0"/>
          </a:p>
        </p:txBody>
      </p:sp>
    </p:spTree>
    <p:extLst>
      <p:ext uri="{BB962C8B-B14F-4D97-AF65-F5344CB8AC3E}">
        <p14:creationId xmlns:p14="http://schemas.microsoft.com/office/powerpoint/2010/main" val="5847451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26570D6-FCD5-1EE5-1B31-2A58747BA3ED}"/>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0" y="0"/>
            <a:ext cx="11859768" cy="6858000"/>
          </a:xfrm>
          <a:prstGeom prst="rect">
            <a:avLst/>
          </a:prstGeom>
        </p:spPr>
      </p:pic>
    </p:spTree>
    <p:extLst>
      <p:ext uri="{BB962C8B-B14F-4D97-AF65-F5344CB8AC3E}">
        <p14:creationId xmlns:p14="http://schemas.microsoft.com/office/powerpoint/2010/main" val="24996962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336</Words>
  <Application>Microsoft Office PowerPoint</Application>
  <PresentationFormat>Widescreen</PresentationFormat>
  <Paragraphs>37</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Times New Roman</vt:lpstr>
      <vt:lpstr>Office Theme</vt:lpstr>
      <vt:lpstr>AI Smart Queue Management</vt:lpstr>
      <vt:lpstr>PROBLEM STATEMENT</vt:lpstr>
      <vt:lpstr>OBJECTIVE</vt:lpstr>
      <vt:lpstr>TECHNOLOGY USED</vt:lpstr>
      <vt:lpstr>SYSTEM WORKING</vt:lpstr>
      <vt:lpstr>SYSTEM ARCHITECTURE</vt:lpstr>
      <vt:lpstr>OUTPUT</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Rakshitha Vodala</dc:creator>
  <cp:lastModifiedBy>Rakshitha Vodala</cp:lastModifiedBy>
  <cp:revision>1</cp:revision>
  <dcterms:created xsi:type="dcterms:W3CDTF">2026-05-09T15:23:13Z</dcterms:created>
  <dcterms:modified xsi:type="dcterms:W3CDTF">2026-05-09T15:23:22Z</dcterms:modified>
</cp:coreProperties>
</file>